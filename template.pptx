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91"/>
    <p:restoredTop sz="94651"/>
  </p:normalViewPr>
  <p:slideViewPr>
    <p:cSldViewPr snapToGrid="0">
      <p:cViewPr varScale="1">
        <p:scale>
          <a:sx n="115" d="100"/>
          <a:sy n="115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51D2-4F40-958C-BB7F-3C6158052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0DCAC-EF2D-9945-83D3-4755D94D7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C3B42-31C3-407C-4E9E-435A0C499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65CDB-8747-751E-7697-B6996E5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21C71-9CE0-90D5-D2F7-67D308D2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486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899-B453-722E-A014-8FE04D63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761E-0791-7343-1A7B-31070356D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6565A-37BC-A13B-799D-F50AE8F0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67B1-9118-26F3-36E6-6C5004F5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A9065-7B05-5944-9983-8ABAE82E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696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02B4-1DD9-4DB1-C9E7-DA98E59B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19314-AE74-C311-B8FC-2397B6863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EF39F-B98F-0846-3122-0F3BE8AF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CB823-FF88-794F-A829-F43B3069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F8C7-CEDA-B711-630A-864F3EA4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0026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FCAC-E4A8-A208-A867-3FD265FC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F32F-3087-A27D-AB46-867D041AD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A8E17-BA86-144E-B73A-CDD2BD29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B137F-53A7-0933-99FD-E2F5DCAA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09CEC-770C-EE43-5DB8-4589854F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92237-5A52-66BC-F61D-7E09B15C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4512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AF9E-A2D5-F5B2-C7DA-CBD8BD67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CF44B-F0E6-B214-D16F-D1FC82E99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7C765-2B30-FE2E-8F73-703DFF9FC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3AE79-E244-3AE8-6651-C3B0D6943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EF7FD-40E7-8641-2F6B-D12B76202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E52D3-B0D7-8F80-BA4A-011565AC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361D1-4AEC-8327-0E2D-66CECB87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E4401-794F-7336-7B5C-527C49CD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5311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E46B-F908-82EB-91C8-D5268A26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F3596-E26E-D2DC-3A3B-648707B8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688A7-CAA2-94F6-1AFB-0BD7BF55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02503-1457-4D6F-E6EF-0B5CAA5E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6979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C3F39-11BA-9FB6-FEA9-57E6207B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438F6-7D83-8E5A-8214-C4C95A76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6D62F-A9B9-5E27-DE36-4A8D8EB3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148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BFDE-8CAC-7443-80AE-85CF0459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17D54-0CA3-8241-7DC2-ED0C221C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C289A-2770-87B4-4873-F88152375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96DAD-CBF9-9B46-03A0-788F21FE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3C643-757D-B722-23B9-D3BC8021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06387-FF10-0830-7FB5-61729A31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64005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D94A-6912-2537-FE8D-01705DF6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325B7-87BF-A6C3-9D24-75932326F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4E7B7-E131-90FB-0B83-944BFE271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25E44-D1BE-F1C4-9B9D-08356ABB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093BC-47A2-54F2-907F-99129D24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67BBC-92C7-205C-EDF1-108C3225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5953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E6CE-EA68-1ED6-F131-DE508E402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C289F-2DD5-4FFA-D5FF-FB87D3D7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B4DBB-3D83-D857-5B07-90C68BDA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B8692-2223-7D58-A58D-B87DDDD7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0C0B5-9927-D6FC-EE88-15AFDD1C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2191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1FE63-2191-8329-6B3A-E2FE2F078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96B02-D1E4-8B10-1D31-1013282B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B6DF0-E726-EE33-0EF6-192A32FB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8C8-4716-3F8F-6A6E-81D94D79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F1585-AD76-DF6C-56C6-9A79353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3818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649A6-348D-1617-3CAA-9B016424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090D9-31A5-A7F7-870F-184E6A31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E42A7-D7C3-B9CC-02E7-3B5795B83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1E124-035B-AC41-89C4-1E79792A5A3B}" type="datetimeFigureOut">
              <a:rPr lang="en-BE" smtClean="0"/>
              <a:t>22/09/2025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2013A-1FF9-7B52-C736-F3D23604E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AFC17-45E7-3B37-BAB5-3471C5CF5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FCEC5-FCFB-A244-9F65-C75941DC456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59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nto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Anton</vt:lpstr>
      <vt:lpstr>Aptos</vt:lpstr>
      <vt:lpstr>Arial</vt:lpstr>
      <vt:lpstr>Helvetica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Bertels</dc:creator>
  <cp:lastModifiedBy>Peter Bertels</cp:lastModifiedBy>
  <cp:revision>2</cp:revision>
  <dcterms:created xsi:type="dcterms:W3CDTF">2025-09-22T17:36:54Z</dcterms:created>
  <dcterms:modified xsi:type="dcterms:W3CDTF">2025-09-22T17:37:42Z</dcterms:modified>
</cp:coreProperties>
</file>