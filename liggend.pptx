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7704138" cy="5472113"/>
  <p:notesSz cx="6858000" cy="9144000"/>
  <p:defaultTextStyle>
    <a:defPPr>
      <a:defRPr lang="en-BE"/>
    </a:defPPr>
    <a:lvl1pPr marL="0" algn="l" defTabSz="632399" rtl="0" eaLnBrk="1" latinLnBrk="0" hangingPunct="1">
      <a:defRPr sz="1245" kern="1200">
        <a:solidFill>
          <a:schemeClr val="tx1"/>
        </a:solidFill>
        <a:latin typeface="+mn-lt"/>
        <a:ea typeface="+mn-ea"/>
        <a:cs typeface="+mn-cs"/>
      </a:defRPr>
    </a:lvl1pPr>
    <a:lvl2pPr marL="316200" algn="l" defTabSz="632399" rtl="0" eaLnBrk="1" latinLnBrk="0" hangingPunct="1">
      <a:defRPr sz="1245" kern="1200">
        <a:solidFill>
          <a:schemeClr val="tx1"/>
        </a:solidFill>
        <a:latin typeface="+mn-lt"/>
        <a:ea typeface="+mn-ea"/>
        <a:cs typeface="+mn-cs"/>
      </a:defRPr>
    </a:lvl2pPr>
    <a:lvl3pPr marL="632399" algn="l" defTabSz="632399" rtl="0" eaLnBrk="1" latinLnBrk="0" hangingPunct="1">
      <a:defRPr sz="1245" kern="1200">
        <a:solidFill>
          <a:schemeClr val="tx1"/>
        </a:solidFill>
        <a:latin typeface="+mn-lt"/>
        <a:ea typeface="+mn-ea"/>
        <a:cs typeface="+mn-cs"/>
      </a:defRPr>
    </a:lvl3pPr>
    <a:lvl4pPr marL="948599" algn="l" defTabSz="632399" rtl="0" eaLnBrk="1" latinLnBrk="0" hangingPunct="1">
      <a:defRPr sz="1245" kern="1200">
        <a:solidFill>
          <a:schemeClr val="tx1"/>
        </a:solidFill>
        <a:latin typeface="+mn-lt"/>
        <a:ea typeface="+mn-ea"/>
        <a:cs typeface="+mn-cs"/>
      </a:defRPr>
    </a:lvl4pPr>
    <a:lvl5pPr marL="1264798" algn="l" defTabSz="632399" rtl="0" eaLnBrk="1" latinLnBrk="0" hangingPunct="1">
      <a:defRPr sz="1245" kern="1200">
        <a:solidFill>
          <a:schemeClr val="tx1"/>
        </a:solidFill>
        <a:latin typeface="+mn-lt"/>
        <a:ea typeface="+mn-ea"/>
        <a:cs typeface="+mn-cs"/>
      </a:defRPr>
    </a:lvl5pPr>
    <a:lvl6pPr marL="1580998" algn="l" defTabSz="632399" rtl="0" eaLnBrk="1" latinLnBrk="0" hangingPunct="1">
      <a:defRPr sz="1245" kern="1200">
        <a:solidFill>
          <a:schemeClr val="tx1"/>
        </a:solidFill>
        <a:latin typeface="+mn-lt"/>
        <a:ea typeface="+mn-ea"/>
        <a:cs typeface="+mn-cs"/>
      </a:defRPr>
    </a:lvl6pPr>
    <a:lvl7pPr marL="1897197" algn="l" defTabSz="632399" rtl="0" eaLnBrk="1" latinLnBrk="0" hangingPunct="1">
      <a:defRPr sz="1245" kern="1200">
        <a:solidFill>
          <a:schemeClr val="tx1"/>
        </a:solidFill>
        <a:latin typeface="+mn-lt"/>
        <a:ea typeface="+mn-ea"/>
        <a:cs typeface="+mn-cs"/>
      </a:defRPr>
    </a:lvl7pPr>
    <a:lvl8pPr marL="2213397" algn="l" defTabSz="632399" rtl="0" eaLnBrk="1" latinLnBrk="0" hangingPunct="1">
      <a:defRPr sz="1245" kern="1200">
        <a:solidFill>
          <a:schemeClr val="tx1"/>
        </a:solidFill>
        <a:latin typeface="+mn-lt"/>
        <a:ea typeface="+mn-ea"/>
        <a:cs typeface="+mn-cs"/>
      </a:defRPr>
    </a:lvl8pPr>
    <a:lvl9pPr marL="2529596" algn="l" defTabSz="632399" rtl="0" eaLnBrk="1" latinLnBrk="0" hangingPunct="1">
      <a:defRPr sz="124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86"/>
    <p:restoredTop sz="94651"/>
  </p:normalViewPr>
  <p:slideViewPr>
    <p:cSldViewPr snapToGrid="0">
      <p:cViewPr varScale="1">
        <p:scale>
          <a:sx n="144" d="100"/>
          <a:sy n="144" d="100"/>
        </p:scale>
        <p:origin x="10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851D2-4F40-958C-BB7F-3C6158052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3017" y="895552"/>
            <a:ext cx="5778104" cy="1905106"/>
          </a:xfrm>
        </p:spPr>
        <p:txBody>
          <a:bodyPr anchor="b"/>
          <a:lstStyle>
            <a:lvl1pPr algn="ctr">
              <a:defRPr sz="3791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D0DCAC-EF2D-9945-83D3-4755D94D7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017" y="2874127"/>
            <a:ext cx="5778104" cy="1321160"/>
          </a:xfrm>
        </p:spPr>
        <p:txBody>
          <a:bodyPr/>
          <a:lstStyle>
            <a:lvl1pPr marL="0" indent="0" algn="ctr">
              <a:buNone/>
              <a:defRPr sz="1517"/>
            </a:lvl1pPr>
            <a:lvl2pPr marL="288905" indent="0" algn="ctr">
              <a:buNone/>
              <a:defRPr sz="1264"/>
            </a:lvl2pPr>
            <a:lvl3pPr marL="577809" indent="0" algn="ctr">
              <a:buNone/>
              <a:defRPr sz="1137"/>
            </a:lvl3pPr>
            <a:lvl4pPr marL="866714" indent="0" algn="ctr">
              <a:buNone/>
              <a:defRPr sz="1011"/>
            </a:lvl4pPr>
            <a:lvl5pPr marL="1155619" indent="0" algn="ctr">
              <a:buNone/>
              <a:defRPr sz="1011"/>
            </a:lvl5pPr>
            <a:lvl6pPr marL="1444523" indent="0" algn="ctr">
              <a:buNone/>
              <a:defRPr sz="1011"/>
            </a:lvl6pPr>
            <a:lvl7pPr marL="1733428" indent="0" algn="ctr">
              <a:buNone/>
              <a:defRPr sz="1011"/>
            </a:lvl7pPr>
            <a:lvl8pPr marL="2022333" indent="0" algn="ctr">
              <a:buNone/>
              <a:defRPr sz="1011"/>
            </a:lvl8pPr>
            <a:lvl9pPr marL="2311237" indent="0" algn="ctr">
              <a:buNone/>
              <a:defRPr sz="1011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C3B42-31C3-407C-4E9E-435A0C499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E124-035B-AC41-89C4-1E79792A5A3B}" type="datetimeFigureOut">
              <a:rPr lang="en-BE" smtClean="0"/>
              <a:t>30/09/2025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65CDB-8747-751E-7697-B6996E56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21C71-9CE0-90D5-D2F7-67D308D26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CEC5-FCFB-A244-9F65-C75941DC456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24865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99899-B453-722E-A014-8FE04D636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3761E-0791-7343-1A7B-31070356D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6565A-37BC-A13B-799D-F50AE8F0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E124-035B-AC41-89C4-1E79792A5A3B}" type="datetimeFigureOut">
              <a:rPr lang="en-BE" smtClean="0"/>
              <a:t>30/09/2025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A67B1-9118-26F3-36E6-6C5004F5B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A9065-7B05-5944-9983-8ABAE82E6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CEC5-FCFB-A244-9F65-C75941DC456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46967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702B4-1DD9-4DB1-C9E7-DA98E59B6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647" y="1364229"/>
            <a:ext cx="6644819" cy="2276247"/>
          </a:xfrm>
        </p:spPr>
        <p:txBody>
          <a:bodyPr anchor="b"/>
          <a:lstStyle>
            <a:lvl1pPr>
              <a:defRPr sz="3791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19314-AE74-C311-B8FC-2397B6863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647" y="3662010"/>
            <a:ext cx="6644819" cy="1197024"/>
          </a:xfrm>
        </p:spPr>
        <p:txBody>
          <a:bodyPr/>
          <a:lstStyle>
            <a:lvl1pPr marL="0" indent="0">
              <a:buNone/>
              <a:defRPr sz="1517">
                <a:solidFill>
                  <a:schemeClr val="tx1">
                    <a:tint val="82000"/>
                  </a:schemeClr>
                </a:solidFill>
              </a:defRPr>
            </a:lvl1pPr>
            <a:lvl2pPr marL="288905" indent="0">
              <a:buNone/>
              <a:defRPr sz="1264">
                <a:solidFill>
                  <a:schemeClr val="tx1">
                    <a:tint val="82000"/>
                  </a:schemeClr>
                </a:solidFill>
              </a:defRPr>
            </a:lvl2pPr>
            <a:lvl3pPr marL="577809" indent="0">
              <a:buNone/>
              <a:defRPr sz="1137">
                <a:solidFill>
                  <a:schemeClr val="tx1">
                    <a:tint val="82000"/>
                  </a:schemeClr>
                </a:solidFill>
              </a:defRPr>
            </a:lvl3pPr>
            <a:lvl4pPr marL="866714" indent="0">
              <a:buNone/>
              <a:defRPr sz="1011">
                <a:solidFill>
                  <a:schemeClr val="tx1">
                    <a:tint val="82000"/>
                  </a:schemeClr>
                </a:solidFill>
              </a:defRPr>
            </a:lvl4pPr>
            <a:lvl5pPr marL="1155619" indent="0">
              <a:buNone/>
              <a:defRPr sz="1011">
                <a:solidFill>
                  <a:schemeClr val="tx1">
                    <a:tint val="82000"/>
                  </a:schemeClr>
                </a:solidFill>
              </a:defRPr>
            </a:lvl5pPr>
            <a:lvl6pPr marL="1444523" indent="0">
              <a:buNone/>
              <a:defRPr sz="1011">
                <a:solidFill>
                  <a:schemeClr val="tx1">
                    <a:tint val="82000"/>
                  </a:schemeClr>
                </a:solidFill>
              </a:defRPr>
            </a:lvl6pPr>
            <a:lvl7pPr marL="1733428" indent="0">
              <a:buNone/>
              <a:defRPr sz="1011">
                <a:solidFill>
                  <a:schemeClr val="tx1">
                    <a:tint val="82000"/>
                  </a:schemeClr>
                </a:solidFill>
              </a:defRPr>
            </a:lvl7pPr>
            <a:lvl8pPr marL="2022333" indent="0">
              <a:buNone/>
              <a:defRPr sz="1011">
                <a:solidFill>
                  <a:schemeClr val="tx1">
                    <a:tint val="82000"/>
                  </a:schemeClr>
                </a:solidFill>
              </a:defRPr>
            </a:lvl8pPr>
            <a:lvl9pPr marL="2311237" indent="0">
              <a:buNone/>
              <a:defRPr sz="101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EF39F-B98F-0846-3122-0F3BE8AF7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E124-035B-AC41-89C4-1E79792A5A3B}" type="datetimeFigureOut">
              <a:rPr lang="en-BE" smtClean="0"/>
              <a:t>30/09/2025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CB823-FF88-794F-A829-F43B30699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4F8C7-CEDA-B711-630A-864F3EA42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CEC5-FCFB-A244-9F65-C75941DC456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00268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1FCAC-E4A8-A208-A867-3FD265FCD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9F32F-3087-A27D-AB46-867D041AD5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9659" y="1456697"/>
            <a:ext cx="3274259" cy="347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DA8E17-BA86-144E-B73A-CDD2BD29F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00220" y="1456697"/>
            <a:ext cx="3274259" cy="347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5B137F-53A7-0933-99FD-E2F5DCAAA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E124-035B-AC41-89C4-1E79792A5A3B}" type="datetimeFigureOut">
              <a:rPr lang="en-BE" smtClean="0"/>
              <a:t>30/09/2025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09CEC-770C-EE43-5DB8-4589854F0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92237-5A52-66BC-F61D-7E09B15C7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CEC5-FCFB-A244-9F65-C75941DC456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45129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FAF9E-A2D5-F5B2-C7DA-CBD8BD678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663" y="291340"/>
            <a:ext cx="6644819" cy="105768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CF44B-F0E6-B214-D16F-D1FC82E99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663" y="1341428"/>
            <a:ext cx="3259211" cy="657413"/>
          </a:xfrm>
        </p:spPr>
        <p:txBody>
          <a:bodyPr anchor="b"/>
          <a:lstStyle>
            <a:lvl1pPr marL="0" indent="0">
              <a:buNone/>
              <a:defRPr sz="1517" b="1"/>
            </a:lvl1pPr>
            <a:lvl2pPr marL="288905" indent="0">
              <a:buNone/>
              <a:defRPr sz="1264" b="1"/>
            </a:lvl2pPr>
            <a:lvl3pPr marL="577809" indent="0">
              <a:buNone/>
              <a:defRPr sz="1137" b="1"/>
            </a:lvl3pPr>
            <a:lvl4pPr marL="866714" indent="0">
              <a:buNone/>
              <a:defRPr sz="1011" b="1"/>
            </a:lvl4pPr>
            <a:lvl5pPr marL="1155619" indent="0">
              <a:buNone/>
              <a:defRPr sz="1011" b="1"/>
            </a:lvl5pPr>
            <a:lvl6pPr marL="1444523" indent="0">
              <a:buNone/>
              <a:defRPr sz="1011" b="1"/>
            </a:lvl6pPr>
            <a:lvl7pPr marL="1733428" indent="0">
              <a:buNone/>
              <a:defRPr sz="1011" b="1"/>
            </a:lvl7pPr>
            <a:lvl8pPr marL="2022333" indent="0">
              <a:buNone/>
              <a:defRPr sz="1011" b="1"/>
            </a:lvl8pPr>
            <a:lvl9pPr marL="2311237" indent="0">
              <a:buNone/>
              <a:defRPr sz="10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07C765-2B30-FE2E-8F73-703DFF9FCB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0663" y="1998841"/>
            <a:ext cx="3259211" cy="29399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3AE79-E244-3AE8-6651-C3B0D6943D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900220" y="1341428"/>
            <a:ext cx="3275262" cy="657413"/>
          </a:xfrm>
        </p:spPr>
        <p:txBody>
          <a:bodyPr anchor="b"/>
          <a:lstStyle>
            <a:lvl1pPr marL="0" indent="0">
              <a:buNone/>
              <a:defRPr sz="1517" b="1"/>
            </a:lvl1pPr>
            <a:lvl2pPr marL="288905" indent="0">
              <a:buNone/>
              <a:defRPr sz="1264" b="1"/>
            </a:lvl2pPr>
            <a:lvl3pPr marL="577809" indent="0">
              <a:buNone/>
              <a:defRPr sz="1137" b="1"/>
            </a:lvl3pPr>
            <a:lvl4pPr marL="866714" indent="0">
              <a:buNone/>
              <a:defRPr sz="1011" b="1"/>
            </a:lvl4pPr>
            <a:lvl5pPr marL="1155619" indent="0">
              <a:buNone/>
              <a:defRPr sz="1011" b="1"/>
            </a:lvl5pPr>
            <a:lvl6pPr marL="1444523" indent="0">
              <a:buNone/>
              <a:defRPr sz="1011" b="1"/>
            </a:lvl6pPr>
            <a:lvl7pPr marL="1733428" indent="0">
              <a:buNone/>
              <a:defRPr sz="1011" b="1"/>
            </a:lvl7pPr>
            <a:lvl8pPr marL="2022333" indent="0">
              <a:buNone/>
              <a:defRPr sz="1011" b="1"/>
            </a:lvl8pPr>
            <a:lvl9pPr marL="2311237" indent="0">
              <a:buNone/>
              <a:defRPr sz="10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EEF7FD-40E7-8641-2F6B-D12B762025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900220" y="1998841"/>
            <a:ext cx="3275262" cy="29399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E52D3-B0D7-8F80-BA4A-011565ACE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E124-035B-AC41-89C4-1E79792A5A3B}" type="datetimeFigureOut">
              <a:rPr lang="en-BE" smtClean="0"/>
              <a:t>30/09/2025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A361D1-4AEC-8327-0E2D-66CECB873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3E4401-794F-7336-7B5C-527C49CDB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CEC5-FCFB-A244-9F65-C75941DC456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53118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4E46B-F908-82EB-91C8-D5268A26E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BF3596-E26E-D2DC-3A3B-648707B8F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E124-035B-AC41-89C4-1E79792A5A3B}" type="datetimeFigureOut">
              <a:rPr lang="en-BE" smtClean="0"/>
              <a:t>30/09/2025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3688A7-CAA2-94F6-1AFB-0BD7BF55C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02503-1457-4D6F-E6EF-0B5CAA5E3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CEC5-FCFB-A244-9F65-C75941DC456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69796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0C3F39-11BA-9FB6-FEA9-57E6207BE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E124-035B-AC41-89C4-1E79792A5A3B}" type="datetimeFigureOut">
              <a:rPr lang="en-BE" smtClean="0"/>
              <a:t>30/09/2025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C438F6-7D83-8E5A-8214-C4C95A763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6D62F-A9B9-5E27-DE36-4A8D8EB34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CEC5-FCFB-A244-9F65-C75941DC456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91487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BBFDE-8CAC-7443-80AE-85CF0459C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663" y="364808"/>
            <a:ext cx="2484785" cy="1276826"/>
          </a:xfrm>
        </p:spPr>
        <p:txBody>
          <a:bodyPr anchor="b"/>
          <a:lstStyle>
            <a:lvl1pPr>
              <a:defRPr sz="2022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17D54-0CA3-8241-7DC2-ED0C221C3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262" y="787883"/>
            <a:ext cx="3900220" cy="3888747"/>
          </a:xfrm>
        </p:spPr>
        <p:txBody>
          <a:bodyPr/>
          <a:lstStyle>
            <a:lvl1pPr>
              <a:defRPr sz="2022"/>
            </a:lvl1pPr>
            <a:lvl2pPr>
              <a:defRPr sz="1769"/>
            </a:lvl2pPr>
            <a:lvl3pPr>
              <a:defRPr sz="1517"/>
            </a:lvl3pPr>
            <a:lvl4pPr>
              <a:defRPr sz="1264"/>
            </a:lvl4pPr>
            <a:lvl5pPr>
              <a:defRPr sz="1264"/>
            </a:lvl5pPr>
            <a:lvl6pPr>
              <a:defRPr sz="1264"/>
            </a:lvl6pPr>
            <a:lvl7pPr>
              <a:defRPr sz="1264"/>
            </a:lvl7pPr>
            <a:lvl8pPr>
              <a:defRPr sz="1264"/>
            </a:lvl8pPr>
            <a:lvl9pPr>
              <a:defRPr sz="126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8C289A-2770-87B4-4873-F88152375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663" y="1641634"/>
            <a:ext cx="2484785" cy="3041330"/>
          </a:xfrm>
        </p:spPr>
        <p:txBody>
          <a:bodyPr/>
          <a:lstStyle>
            <a:lvl1pPr marL="0" indent="0">
              <a:buNone/>
              <a:defRPr sz="1011"/>
            </a:lvl1pPr>
            <a:lvl2pPr marL="288905" indent="0">
              <a:buNone/>
              <a:defRPr sz="885"/>
            </a:lvl2pPr>
            <a:lvl3pPr marL="577809" indent="0">
              <a:buNone/>
              <a:defRPr sz="758"/>
            </a:lvl3pPr>
            <a:lvl4pPr marL="866714" indent="0">
              <a:buNone/>
              <a:defRPr sz="632"/>
            </a:lvl4pPr>
            <a:lvl5pPr marL="1155619" indent="0">
              <a:buNone/>
              <a:defRPr sz="632"/>
            </a:lvl5pPr>
            <a:lvl6pPr marL="1444523" indent="0">
              <a:buNone/>
              <a:defRPr sz="632"/>
            </a:lvl6pPr>
            <a:lvl7pPr marL="1733428" indent="0">
              <a:buNone/>
              <a:defRPr sz="632"/>
            </a:lvl7pPr>
            <a:lvl8pPr marL="2022333" indent="0">
              <a:buNone/>
              <a:defRPr sz="632"/>
            </a:lvl8pPr>
            <a:lvl9pPr marL="2311237" indent="0">
              <a:buNone/>
              <a:defRPr sz="63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D96DAD-CBF9-9B46-03A0-788F21FE1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E124-035B-AC41-89C4-1E79792A5A3B}" type="datetimeFigureOut">
              <a:rPr lang="en-BE" smtClean="0"/>
              <a:t>30/09/2025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3C643-757D-B722-23B9-D3BC8021E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D06387-FF10-0830-7FB5-61729A315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CEC5-FCFB-A244-9F65-C75941DC456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64005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0D94A-6912-2537-FE8D-01705DF6B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663" y="364808"/>
            <a:ext cx="2484785" cy="1276826"/>
          </a:xfrm>
        </p:spPr>
        <p:txBody>
          <a:bodyPr anchor="b"/>
          <a:lstStyle>
            <a:lvl1pPr>
              <a:defRPr sz="2022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C325B7-87BF-A6C3-9D24-75932326F3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275262" y="787883"/>
            <a:ext cx="3900220" cy="3888747"/>
          </a:xfrm>
        </p:spPr>
        <p:txBody>
          <a:bodyPr/>
          <a:lstStyle>
            <a:lvl1pPr marL="0" indent="0">
              <a:buNone/>
              <a:defRPr sz="2022"/>
            </a:lvl1pPr>
            <a:lvl2pPr marL="288905" indent="0">
              <a:buNone/>
              <a:defRPr sz="1769"/>
            </a:lvl2pPr>
            <a:lvl3pPr marL="577809" indent="0">
              <a:buNone/>
              <a:defRPr sz="1517"/>
            </a:lvl3pPr>
            <a:lvl4pPr marL="866714" indent="0">
              <a:buNone/>
              <a:defRPr sz="1264"/>
            </a:lvl4pPr>
            <a:lvl5pPr marL="1155619" indent="0">
              <a:buNone/>
              <a:defRPr sz="1264"/>
            </a:lvl5pPr>
            <a:lvl6pPr marL="1444523" indent="0">
              <a:buNone/>
              <a:defRPr sz="1264"/>
            </a:lvl6pPr>
            <a:lvl7pPr marL="1733428" indent="0">
              <a:buNone/>
              <a:defRPr sz="1264"/>
            </a:lvl7pPr>
            <a:lvl8pPr marL="2022333" indent="0">
              <a:buNone/>
              <a:defRPr sz="1264"/>
            </a:lvl8pPr>
            <a:lvl9pPr marL="2311237" indent="0">
              <a:buNone/>
              <a:defRPr sz="1264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B4E7B7-E131-90FB-0B83-944BFE2717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663" y="1641634"/>
            <a:ext cx="2484785" cy="3041330"/>
          </a:xfrm>
        </p:spPr>
        <p:txBody>
          <a:bodyPr/>
          <a:lstStyle>
            <a:lvl1pPr marL="0" indent="0">
              <a:buNone/>
              <a:defRPr sz="1011"/>
            </a:lvl1pPr>
            <a:lvl2pPr marL="288905" indent="0">
              <a:buNone/>
              <a:defRPr sz="885"/>
            </a:lvl2pPr>
            <a:lvl3pPr marL="577809" indent="0">
              <a:buNone/>
              <a:defRPr sz="758"/>
            </a:lvl3pPr>
            <a:lvl4pPr marL="866714" indent="0">
              <a:buNone/>
              <a:defRPr sz="632"/>
            </a:lvl4pPr>
            <a:lvl5pPr marL="1155619" indent="0">
              <a:buNone/>
              <a:defRPr sz="632"/>
            </a:lvl5pPr>
            <a:lvl6pPr marL="1444523" indent="0">
              <a:buNone/>
              <a:defRPr sz="632"/>
            </a:lvl6pPr>
            <a:lvl7pPr marL="1733428" indent="0">
              <a:buNone/>
              <a:defRPr sz="632"/>
            </a:lvl7pPr>
            <a:lvl8pPr marL="2022333" indent="0">
              <a:buNone/>
              <a:defRPr sz="632"/>
            </a:lvl8pPr>
            <a:lvl9pPr marL="2311237" indent="0">
              <a:buNone/>
              <a:defRPr sz="63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25E44-D1BE-F1C4-9B9D-08356ABBA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E124-035B-AC41-89C4-1E79792A5A3B}" type="datetimeFigureOut">
              <a:rPr lang="en-BE" smtClean="0"/>
              <a:t>30/09/2025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093BC-47A2-54F2-907F-99129D24F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67BBC-92C7-205C-EDF1-108C32255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CEC5-FCFB-A244-9F65-C75941DC456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59532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5E6CE-EA68-1ED6-F131-DE508E402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AC289F-2DD5-4FFA-D5FF-FB87D3D70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B4DBB-3D83-D857-5B07-90C68BDA2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E124-035B-AC41-89C4-1E79792A5A3B}" type="datetimeFigureOut">
              <a:rPr lang="en-BE" smtClean="0"/>
              <a:t>30/09/2025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B8692-2223-7D58-A58D-B87DDDD71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0C0B5-9927-D6FC-EE88-15AFDD1C7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CEC5-FCFB-A244-9F65-C75941DC456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21918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1FE63-2191-8329-6B3A-E2FE2F078C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513274" y="291339"/>
            <a:ext cx="1661205" cy="46373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96B02-D1E4-8B10-1D31-1013282B7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9659" y="291339"/>
            <a:ext cx="4887313" cy="46373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B6DF0-E726-EE33-0EF6-192A32FBB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E124-035B-AC41-89C4-1E79792A5A3B}" type="datetimeFigureOut">
              <a:rPr lang="en-BE" smtClean="0"/>
              <a:t>30/09/2025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548C8-4716-3F8F-6A6E-81D94D794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F1585-AD76-DF6C-56C6-9A79353B2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CEC5-FCFB-A244-9F65-C75941DC456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38189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C649A6-348D-1617-3CAA-9B0164244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660" y="291340"/>
            <a:ext cx="6644819" cy="1057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090D9-31A5-A7F7-870F-184E6A314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9660" y="1456697"/>
            <a:ext cx="6644819" cy="34720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E42A7-D7C3-B9CC-02E7-3B5795B83A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9660" y="5071839"/>
            <a:ext cx="1733431" cy="291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A1E124-035B-AC41-89C4-1E79792A5A3B}" type="datetimeFigureOut">
              <a:rPr lang="en-BE" smtClean="0"/>
              <a:t>30/09/2025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2013A-1FF9-7B52-C736-F3D23604E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1996" y="5071839"/>
            <a:ext cx="2600147" cy="291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AFC17-45E7-3B37-BAB5-3471C5CF5F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41047" y="5071839"/>
            <a:ext cx="1733431" cy="291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BFCEC5-FCFB-A244-9F65-C75941DC456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95591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77809" rtl="0" eaLnBrk="1" latinLnBrk="0" hangingPunct="1">
        <a:lnSpc>
          <a:spcPct val="90000"/>
        </a:lnSpc>
        <a:spcBef>
          <a:spcPct val="0"/>
        </a:spcBef>
        <a:buNone/>
        <a:defRPr sz="2780" kern="1200">
          <a:solidFill>
            <a:schemeClr val="tx1"/>
          </a:solidFill>
          <a:latin typeface="Anton" pitchFamily="2" charset="77"/>
          <a:ea typeface="+mj-ea"/>
          <a:cs typeface="+mj-cs"/>
        </a:defRPr>
      </a:lvl1pPr>
    </p:titleStyle>
    <p:bodyStyle>
      <a:lvl1pPr marL="144452" indent="-144452" algn="l" defTabSz="577809" rtl="0" eaLnBrk="1" latinLnBrk="0" hangingPunct="1">
        <a:lnSpc>
          <a:spcPct val="90000"/>
        </a:lnSpc>
        <a:spcBef>
          <a:spcPts val="632"/>
        </a:spcBef>
        <a:buFont typeface="Arial" panose="020B0604020202020204" pitchFamily="34" charset="0"/>
        <a:buChar char="•"/>
        <a:defRPr sz="1769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433357" indent="-144452" algn="l" defTabSz="57780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517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722262" indent="-144452" algn="l" defTabSz="57780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264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011166" indent="-144452" algn="l" defTabSz="57780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7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1300071" indent="-144452" algn="l" defTabSz="57780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7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1588976" indent="-144452" algn="l" defTabSz="57780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7" kern="1200">
          <a:solidFill>
            <a:schemeClr val="tx1"/>
          </a:solidFill>
          <a:latin typeface="+mn-lt"/>
          <a:ea typeface="+mn-ea"/>
          <a:cs typeface="+mn-cs"/>
        </a:defRPr>
      </a:lvl6pPr>
      <a:lvl7pPr marL="1877880" indent="-144452" algn="l" defTabSz="57780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7" kern="1200">
          <a:solidFill>
            <a:schemeClr val="tx1"/>
          </a:solidFill>
          <a:latin typeface="+mn-lt"/>
          <a:ea typeface="+mn-ea"/>
          <a:cs typeface="+mn-cs"/>
        </a:defRPr>
      </a:lvl7pPr>
      <a:lvl8pPr marL="2166785" indent="-144452" algn="l" defTabSz="57780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7" kern="1200">
          <a:solidFill>
            <a:schemeClr val="tx1"/>
          </a:solidFill>
          <a:latin typeface="+mn-lt"/>
          <a:ea typeface="+mn-ea"/>
          <a:cs typeface="+mn-cs"/>
        </a:defRPr>
      </a:lvl8pPr>
      <a:lvl9pPr marL="2455690" indent="-144452" algn="l" defTabSz="57780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577809" rtl="0" eaLnBrk="1" latinLnBrk="0" hangingPunct="1">
        <a:defRPr sz="1137" kern="1200">
          <a:solidFill>
            <a:schemeClr val="tx1"/>
          </a:solidFill>
          <a:latin typeface="+mn-lt"/>
          <a:ea typeface="+mn-ea"/>
          <a:cs typeface="+mn-cs"/>
        </a:defRPr>
      </a:lvl1pPr>
      <a:lvl2pPr marL="288905" algn="l" defTabSz="577809" rtl="0" eaLnBrk="1" latinLnBrk="0" hangingPunct="1">
        <a:defRPr sz="1137" kern="1200">
          <a:solidFill>
            <a:schemeClr val="tx1"/>
          </a:solidFill>
          <a:latin typeface="+mn-lt"/>
          <a:ea typeface="+mn-ea"/>
          <a:cs typeface="+mn-cs"/>
        </a:defRPr>
      </a:lvl2pPr>
      <a:lvl3pPr marL="577809" algn="l" defTabSz="577809" rtl="0" eaLnBrk="1" latinLnBrk="0" hangingPunct="1">
        <a:defRPr sz="1137" kern="1200">
          <a:solidFill>
            <a:schemeClr val="tx1"/>
          </a:solidFill>
          <a:latin typeface="+mn-lt"/>
          <a:ea typeface="+mn-ea"/>
          <a:cs typeface="+mn-cs"/>
        </a:defRPr>
      </a:lvl3pPr>
      <a:lvl4pPr marL="866714" algn="l" defTabSz="577809" rtl="0" eaLnBrk="1" latinLnBrk="0" hangingPunct="1">
        <a:defRPr sz="1137" kern="1200">
          <a:solidFill>
            <a:schemeClr val="tx1"/>
          </a:solidFill>
          <a:latin typeface="+mn-lt"/>
          <a:ea typeface="+mn-ea"/>
          <a:cs typeface="+mn-cs"/>
        </a:defRPr>
      </a:lvl4pPr>
      <a:lvl5pPr marL="1155619" algn="l" defTabSz="577809" rtl="0" eaLnBrk="1" latinLnBrk="0" hangingPunct="1">
        <a:defRPr sz="1137" kern="1200">
          <a:solidFill>
            <a:schemeClr val="tx1"/>
          </a:solidFill>
          <a:latin typeface="+mn-lt"/>
          <a:ea typeface="+mn-ea"/>
          <a:cs typeface="+mn-cs"/>
        </a:defRPr>
      </a:lvl5pPr>
      <a:lvl6pPr marL="1444523" algn="l" defTabSz="577809" rtl="0" eaLnBrk="1" latinLnBrk="0" hangingPunct="1">
        <a:defRPr sz="1137" kern="1200">
          <a:solidFill>
            <a:schemeClr val="tx1"/>
          </a:solidFill>
          <a:latin typeface="+mn-lt"/>
          <a:ea typeface="+mn-ea"/>
          <a:cs typeface="+mn-cs"/>
        </a:defRPr>
      </a:lvl6pPr>
      <a:lvl7pPr marL="1733428" algn="l" defTabSz="577809" rtl="0" eaLnBrk="1" latinLnBrk="0" hangingPunct="1">
        <a:defRPr sz="1137" kern="1200">
          <a:solidFill>
            <a:schemeClr val="tx1"/>
          </a:solidFill>
          <a:latin typeface="+mn-lt"/>
          <a:ea typeface="+mn-ea"/>
          <a:cs typeface="+mn-cs"/>
        </a:defRPr>
      </a:lvl7pPr>
      <a:lvl8pPr marL="2022333" algn="l" defTabSz="577809" rtl="0" eaLnBrk="1" latinLnBrk="0" hangingPunct="1">
        <a:defRPr sz="1137" kern="1200">
          <a:solidFill>
            <a:schemeClr val="tx1"/>
          </a:solidFill>
          <a:latin typeface="+mn-lt"/>
          <a:ea typeface="+mn-ea"/>
          <a:cs typeface="+mn-cs"/>
        </a:defRPr>
      </a:lvl8pPr>
      <a:lvl9pPr marL="2311237" algn="l" defTabSz="577809" rtl="0" eaLnBrk="1" latinLnBrk="0" hangingPunct="1">
        <a:defRPr sz="11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Anton</vt:lpstr>
      <vt:lpstr>Aptos</vt:lpstr>
      <vt:lpstr>Arial</vt:lpstr>
      <vt:lpstr>Helvetica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Bertels</dc:creator>
  <cp:lastModifiedBy>Peter Bertels</cp:lastModifiedBy>
  <cp:revision>3</cp:revision>
  <dcterms:created xsi:type="dcterms:W3CDTF">2025-09-22T17:36:54Z</dcterms:created>
  <dcterms:modified xsi:type="dcterms:W3CDTF">2025-09-30T18:30:29Z</dcterms:modified>
</cp:coreProperties>
</file>